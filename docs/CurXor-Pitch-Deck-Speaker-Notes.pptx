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(30–45 sec)</a:t>
            </a:r>
          </a:p>
          <a:p>
            <a:r>
              <a:t>Pause on the title. This is not another AI wrapper — it is a sovereign agent appliance.</a:t>
            </a:r>
          </a:p>
          <a:p/>
          <a:p>
            <a:r>
              <a:t>KEY MESSAGE</a:t>
            </a:r>
          </a:p>
          <a:p>
            <a:r>
              <a:t>CurXor OS mints autonomous digital employees on bare metal. One hardware purchase replaces recurring API rent for operators who run agents 24/7.</a:t>
            </a:r>
          </a:p>
          <a:p/>
          <a:p>
            <a:r>
              <a:t>WALK THROUGH METRICS</a:t>
            </a:r>
          </a:p>
          <a:p>
            <a:r>
              <a:t>• $3,999 — MS-S1 MAX bundle, one invoice, no subscription required for inference.</a:t>
            </a:r>
          </a:p>
          <a:p>
            <a:r>
              <a:t>• $0/mo API — local Ollama/vLLM on localhost; you own the compute.</a:t>
            </a:r>
          </a:p>
          <a:p>
            <a:r>
              <a:t>• 126 TOPS — Ryzen AI Max+ NPU on desk, not rate-limited cloud tiers.</a:t>
            </a:r>
          </a:p>
          <a:p>
            <a:r>
              <a:t>• 64 GB UMA — unified memory for 7B–35B models alongside the agent stack.</a:t>
            </a:r>
          </a:p>
          <a:p/>
          <a:p>
            <a:r>
              <a:t>TAGLINE (say it slowly)</a:t>
            </a:r>
          </a:p>
          <a:p>
            <a:r>
              <a:t>"ChatGPT bills per token. CurXor bills once. Alpha stays on your metal."</a:t>
            </a:r>
          </a:p>
          <a:p/>
          <a:p>
            <a:r>
              <a:t>TRANSITION</a:t>
            </a:r>
          </a:p>
          <a:p>
            <a:r>
              <a:t>Before we show the product, let me frame the problem every power user already feels.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(45 sec)</a:t>
            </a:r>
          </a:p>
          <a:p>
            <a:r>
              <a:t>Name the pain before the product. Investors and buyers both know AI is expensive — we quantify it.</a:t>
            </a:r>
          </a:p>
          <a:p/>
          <a:p>
            <a:r>
              <a:t>FOR OPERATORS</a:t>
            </a:r>
          </a:p>
          <a:p>
            <a:r>
              <a:t>• Algo traders, creators, outbound teams: $500+/mo is conservative for serious agent use.</a:t>
            </a:r>
          </a:p>
          <a:p>
            <a:r>
              <a:t>• Every prompt, playbook, and strategy sent to OpenAI/Anthropic is alpha leaving the building.</a:t>
            </a:r>
          </a:p>
          <a:p>
            <a:r>
              <a:t>• Layer on CRM, content tools, trading SaaS — margin compression with zero sovereignty.</a:t>
            </a:r>
          </a:p>
          <a:p/>
          <a:p>
            <a:r>
              <a:t>FOR THE MARKET</a:t>
            </a:r>
          </a:p>
          <a:p>
            <a:r>
              <a:t>• 126 TOPS on a desk is new — MS-S1 MAX class hardware is finally here.</a:t>
            </a:r>
          </a:p>
          <a:p>
            <a:r>
              <a:t>• Yet buyers still default to cloud agents because integration is hard.</a:t>
            </a:r>
          </a:p>
          <a:p>
            <a:r>
              <a:t>• DIY Ollama-in-a-box is not an agent fleet: no FRE, no Forge, no mesh kill switch, no OTA.</a:t>
            </a:r>
          </a:p>
          <a:p/>
          <a:p>
            <a:r>
              <a:t>OBJECTION PREP</a:t>
            </a:r>
          </a:p>
          <a:p>
            <a:r>
              <a:t>"If local models are good enough now, why not just run Ollama?" — Because operators need employees, not a chat window. CurXor ships the full stack.</a:t>
            </a:r>
          </a:p>
          <a:p/>
          <a:p>
            <a:r>
              <a:t>TRANSITION</a:t>
            </a:r>
          </a:p>
          <a:p>
            <a:r>
              <a:t>CurXor is the appliance answer — not SaaS, not a science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DEFINITION (60 sec)</a:t>
            </a:r>
          </a:p>
          <a:p>
            <a:r>
              <a:t>CurXor OS is pre-integrated software on fixed hardware — an appliance, not a dev kit.</a:t>
            </a:r>
          </a:p>
          <a:p/>
          <a:p>
            <a:r>
              <a:t>FOUR PILLARS (briefly — do not get lost in engineering)</a:t>
            </a:r>
          </a:p>
          <a:p>
            <a:r>
              <a:t>• Pillar 1 Compute: Ollama/vLLM bound to 127.0.0.1 — rejected if not localhost.</a:t>
            </a:r>
          </a:p>
          <a:p>
            <a:r>
              <a:t>• Pillar 2 Engine: vision → inference → motor_out / digital_out pipeline.</a:t>
            </a:r>
          </a:p>
          <a:p>
            <a:r>
              <a:t>• Pillar 3 Mesh: ZMQ broker on eno2; Alpaca and X bridges for trades and posts only there.</a:t>
            </a:r>
          </a:p>
          <a:p>
            <a:r>
              <a:t>• Pillar 4 Flight Command: FRE provisioning, eight Claws, Forge, SSE telemetry, dashboard.</a:t>
            </a:r>
          </a:p>
          <a:p/>
          <a:p>
            <a:r>
              <a:t>FOUR CUSTOMER PROMISES (these are the slide headlines investors remember)</a:t>
            </a:r>
          </a:p>
          <a:p>
            <a:r>
              <a:t>1. Local LLM — inference never leaves the box.</a:t>
            </a:r>
          </a:p>
          <a:p>
            <a:r>
              <a:t>2. Digital employees — eight OOTB Claws plus The Forge factory.</a:t>
            </a:r>
          </a:p>
          <a:p>
            <a:r>
              <a:t>3. Kill switch — eno1 is command plane; eno2 is egress; pull the cable, agents stop outbound.</a:t>
            </a:r>
          </a:p>
          <a:p>
            <a:r>
              <a:t>4. Create-to-Earn — natural language → forged Claw → earning on metal in one session.</a:t>
            </a:r>
          </a:p>
          <a:p/>
          <a:p>
            <a:r>
              <a:t>TRANSITION</a:t>
            </a:r>
          </a:p>
          <a:p>
            <a:r>
              <a:t>We ship this as two repos today — appliance plus GTM — with one customer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TRACTION HONESTY (45 sec — credibility slide)</a:t>
            </a:r>
          </a:p>
          <a:p>
            <a:r>
              <a:t>This slide builds trust. Do not oversell hardware readiness.</a:t>
            </a:r>
          </a:p>
          <a:p/>
          <a:p>
            <a:r>
              <a:t>CURXOR-OS</a:t>
            </a:r>
          </a:p>
          <a:p>
            <a:r>
              <a:t>• Installs to /opt/curxor/ under systemd target.</a:t>
            </a:r>
          </a:p>
          <a:p>
            <a:r>
              <a:t>• v0.9.1 stable — agent runtime, unified comms, Build Plane BP4, ~176 smoke + ~40 user flows in qa:local.</a:t>
            </a:r>
          </a:p>
          <a:p>
            <a:r>
              <a:t>• Four pillars wired: compute, engine, mesh, dashboard.</a:t>
            </a:r>
          </a:p>
          <a:p/>
          <a:p>
            <a:r>
              <a:t>STOREFRONT</a:t>
            </a:r>
          </a:p>
          <a:p>
            <a:r>
              <a:t>• curxor.ai live with Stripe pre-order and Resend email capture.</a:t>
            </a:r>
          </a:p>
          <a:p>
            <a:r>
              <a:t>• Claw catalog synced from appliance source of truth (ootb-apps.ts).</a:t>
            </a:r>
          </a:p>
          <a:p/>
          <a:p>
            <a:r>
              <a:t>GUARDRAIL (say explicitly)</a:t>
            </a:r>
          </a:p>
          <a:p>
            <a:r>
              <a:t>Software scaffold is complete. MS-S1 MAX on-device ROCm/UMA validation and golden image freeze are the current gates — we are blocked on hardware receipt, not on engineering vapor.</a:t>
            </a:r>
          </a:p>
          <a:p/>
          <a:p>
            <a:r>
              <a:t>WHY THIS MATTERS TO INVESTORS</a:t>
            </a:r>
          </a:p>
          <a:p>
            <a:r>
              <a:t>We are not asking you to fund a slide deck. The GTM surface is live; the software ships; the risk is manufacturing validation, which is bounded and schedulable.</a:t>
            </a:r>
          </a:p>
          <a:p/>
          <a:p>
            <a:r>
              <a:t>TRANSITION</a:t>
            </a:r>
          </a:p>
          <a:p>
            <a:r>
              <a:t>The crown jewel of the product story is The Forge.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MOMENT (60 sec — show enthusiasm here)</a:t>
            </a:r>
          </a:p>
          <a:p>
            <a:r>
              <a:t>The Forge is where CurXor stops being hardware and becomes a platform loop.</a:t>
            </a:r>
          </a:p>
          <a:p/>
          <a:p>
            <a:r>
              <a:t>WALK THE FOUR STEPS</a:t>
            </a:r>
          </a:p>
          <a:p>
            <a:r>
              <a:t>1. Operator describes intent — niche, workflow, even a photo or camera feed for vision context.</a:t>
            </a:r>
          </a:p>
          <a:p>
            <a:r>
              <a:t>2. Local LLM recommends model stack tier based on UMA budget — no cloud provisioning API.</a:t>
            </a:r>
          </a:p>
          <a:p>
            <a:r>
              <a:t>3. One tap writes Claw profile and applies to the engine — deploy on-box.</a:t>
            </a:r>
          </a:p>
          <a:p>
            <a:r>
              <a:t>4. Claw runs 24/7: trade, create, outreach, arbitrage — whatever was forged.</a:t>
            </a:r>
          </a:p>
          <a:p/>
          <a:p>
            <a:r>
              <a:t>CREATE-TO-EARN NARRATIVE</a:t>
            </a:r>
          </a:p>
          <a:p>
            <a:r>
              <a:t>This is our viral mechanic: every buyer can mint specialized digital employees without per-token billing. Agencies white-label this later; indie hackers mint capital and creator Claws day one.</a:t>
            </a:r>
          </a:p>
          <a:p/>
          <a:p>
            <a:r>
              <a:t>COMPETITIVE ANGLE</a:t>
            </a:r>
          </a:p>
          <a:p>
            <a:r>
              <a:t>No competitor ships a natural-language Claw factory on localhost with immediate engine deployment.</a:t>
            </a:r>
          </a:p>
          <a:p/>
          <a:p>
            <a:r>
              <a:t>TRANSITION</a:t>
            </a:r>
          </a:p>
          <a:p>
            <a:r>
              <a:t>Forge mints custom Claws; we also ship ten digital employees out of the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DEPTH (60 sec — table optional in live demo)</a:t>
            </a:r>
          </a:p>
          <a:p>
            <a:r>
              <a:t>Read the roster confidently; investors should hear "complete suite," not "ten random apps."</a:t>
            </a:r>
          </a:p>
          <a:p/>
          <a:p>
            <a:r>
              <a:t>THE ROSTER</a:t>
            </a:r>
          </a:p>
          <a:p>
            <a:r>
              <a:t>• The Forge — mint custom Claws</a:t>
            </a:r>
          </a:p>
          <a:p>
            <a:r>
              <a:t>• Capital Claw — algo rules, Alpaca bridge on eno2</a:t>
            </a:r>
          </a:p>
          <a:p>
            <a:r>
              <a:t>• Creator Claw — content pipeline, X bridge on eno2</a:t>
            </a:r>
          </a:p>
          <a:p>
            <a:r>
              <a:t>• Outreach Claw — outbound sequences, CRM-style desk</a:t>
            </a:r>
          </a:p>
          <a:p>
            <a:r>
              <a:t>• Arbitrage Claw — margin watch, fulfillment ops</a:t>
            </a:r>
          </a:p>
          <a:p>
            <a:r>
              <a:t>• Signal Claw — The Neural Link: humanoid preview; device hub for glance, VR, robot, home, fleet</a:t>
            </a:r>
          </a:p>
          <a:p>
            <a:r>
              <a:t>• Swarm Claw — robotaxi fleet preview from sovereign metal</a:t>
            </a:r>
          </a:p>
          <a:p>
            <a:r>
              <a:t>• Engage Claw — community and DM engagement demos</a:t>
            </a:r>
          </a:p>
          <a:p>
            <a:r>
              <a:t>• Vital Claw — wearables, labs, longevity protocol</a:t>
            </a:r>
          </a:p>
          <a:p>
            <a:r>
              <a:t>• Kin Claw — household profiles, devices, personalities</a:t>
            </a:r>
          </a:p>
          <a:p/>
          <a:p>
            <a:r>
              <a:t>SECURITY MODEL (important for enterprise)</a:t>
            </a:r>
          </a:p>
          <a:p>
            <a:r>
              <a:t>Each workspace is an agent console. Trades and posts require an explicit skill tap — the LLM does not call the internet directly. Outbound is skill → mesh → Python bridge on eno2 only.</a:t>
            </a:r>
          </a:p>
          <a:p/>
          <a:p>
            <a:r>
              <a:t>TRANSITION</a:t>
            </a:r>
          </a:p>
          <a:p>
            <a:r>
              <a:t>This product architecture is deliberately sovereign — two network ports, two trust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(60 sec — draw on whiteboard if room allows)</a:t>
            </a:r>
          </a:p>
          <a:p>
            <a:r>
              <a:t>This slide separates CurXor from "AI PC" marketing.</a:t>
            </a:r>
          </a:p>
          <a:p/>
          <a:p>
            <a:r>
              <a:t>ENO1 — COMMAND PLANE</a:t>
            </a:r>
          </a:p>
          <a:p>
            <a:r>
              <a:t>• Flight Command dashboard on 10.0.0.1:3080</a:t>
            </a:r>
          </a:p>
          <a:p>
            <a:r>
              <a:t>• Captive portal for operators</a:t>
            </a:r>
          </a:p>
          <a:p>
            <a:r>
              <a:t>• FRE, eight Claws, Forge, SSE telemetry</a:t>
            </a:r>
          </a:p>
          <a:p>
            <a:r>
              <a:t>• Local LLM client talks to Pillar 1 on localhost only</a:t>
            </a:r>
          </a:p>
          <a:p/>
          <a:p>
            <a:r>
              <a:t>ENO2 — EGRESS PLANE</a:t>
            </a:r>
          </a:p>
          <a:p>
            <a:r>
              <a:t>• ZMQ mesh broker</a:t>
            </a:r>
          </a:p>
          <a:p>
            <a:r>
              <a:t>• Digital bridges: Alpaca (trades), X (posts)</a:t>
            </a:r>
          </a:p>
          <a:p>
            <a:r>
              <a:t>• Physical kill switch story: unplug eno2, outbound agents stop</a:t>
            </a:r>
          </a:p>
          <a:p/>
          <a:p>
            <a:r>
              <a:t>MESH PORTS</a:t>
            </a:r>
          </a:p>
          <a:p>
            <a:r>
              <a:t>Vision 9100/9101, Motor 9200/9201 — robotics path remains in stack for Engage demos and future hardware Claws.</a:t>
            </a:r>
          </a:p>
          <a:p/>
          <a:p>
            <a:r>
              <a:t>ENTERPRISE HOOK</a:t>
            </a:r>
          </a:p>
          <a:p>
            <a:r>
              <a:t>CISOs understand two-port segmentation better than "we promise not to exfiltrate."</a:t>
            </a:r>
          </a:p>
          <a:p/>
          <a:p>
            <a:r>
              <a:t>TRANSITION</a:t>
            </a:r>
          </a:p>
          <a:p>
            <a:r>
              <a:t>All of this runs on a specific hardware powerhouse — not generic x86.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 (45 sec)</a:t>
            </a:r>
          </a:p>
          <a:p>
            <a:r>
              <a:t>Anchor the software story in silicon.</a:t>
            </a:r>
          </a:p>
          <a:p/>
          <a:p>
            <a:r>
              <a:t>SPECS (hit the numbers)</a:t>
            </a:r>
          </a:p>
          <a:p>
            <a:r>
              <a:t>• Ryzen AI Max+ 395 — CPU + NPU integrated</a:t>
            </a:r>
          </a:p>
          <a:p>
            <a:r>
              <a:t>• 126 TOPS NPU inference — desk-scale, 24/7 workloads</a:t>
            </a:r>
          </a:p>
          <a:p>
            <a:r>
              <a:t>• 64 GB unified memory — shared CPU/GPU/NPU pool</a:t>
            </a:r>
          </a:p>
          <a:p>
            <a:r>
              <a:t>• ~48 GB GPU heap via BIOS carve — primary lever for large models</a:t>
            </a:r>
          </a:p>
          <a:p>
            <a:r>
              <a:t>• Dual 10GbE — eno1/eno2 separation at wire speed</a:t>
            </a:r>
          </a:p>
          <a:p>
            <a:r>
              <a:t>• ROCm gfx1151 — validated path pending unit receipt</a:t>
            </a:r>
          </a:p>
          <a:p/>
          <a:p>
            <a:r>
              <a:t>POSITIONING LINE</a:t>
            </a:r>
          </a:p>
          <a:p>
            <a:r>
              <a:t>"Not a PC — a money printer with local inference." Use if audience is operator-heavy; soften for institutional investors.</a:t>
            </a:r>
          </a:p>
          <a:p/>
          <a:p>
            <a:r>
              <a:t>BIOS STORY</a:t>
            </a:r>
          </a:p>
          <a:p>
            <a:r>
              <a:t>UMA carve-out is how we run 7B–35B models alongside the agent engine without cloud burst pricing.</a:t>
            </a:r>
          </a:p>
          <a:p/>
          <a:p>
            <a:r>
              <a:t>TRANSITION</a:t>
            </a:r>
          </a:p>
          <a:p>
            <a:r>
              <a:t>Hardware is $3,999 once — let me walk the business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ECONOMICS (60 sec)</a:t>
            </a:r>
          </a:p>
          <a:p>
            <a:r>
              <a:t>Lead with hardware revenue clarity; expansion is optional upside.</a:t>
            </a:r>
          </a:p>
          <a:p/>
          <a:p>
            <a:r>
              <a:t>HARDWARE NOW</a:t>
            </a:r>
          </a:p>
          <a:p>
            <a:r>
              <a:t>• $3,999 one-time — bundle includes CurXor OS flash path</a:t>
            </a:r>
          </a:p>
          <a:p>
            <a:r>
              <a:t>• Stripe pre-order live on curxor.ai</a:t>
            </a:r>
          </a:p>
          <a:p>
            <a:r>
              <a:t>• No required monthly API fee — this is the wedge vs ChatGPT Teams + agent SaaS stacks</a:t>
            </a:r>
          </a:p>
          <a:p/>
          <a:p>
            <a:r>
              <a:t>EXPANSION (do not over-weight — mention as optionality)</a:t>
            </a:r>
          </a:p>
          <a:p>
            <a:r>
              <a:t>• OTA channel subscriptions</a:t>
            </a:r>
          </a:p>
          <a:p>
            <a:r>
              <a:t>• Partner bridge marketplace (new egress integrations)</a:t>
            </a:r>
          </a:p>
          <a:p>
            <a:r>
              <a:t>• Enterprise fleet with eno2 policy packs</a:t>
            </a:r>
          </a:p>
          <a:p>
            <a:r>
              <a:t>• White-label Forge for agencies</a:t>
            </a:r>
          </a:p>
          <a:p/>
          <a:p>
            <a:r>
              <a:t>WEDGE MATH</a:t>
            </a:r>
          </a:p>
          <a:p>
            <a:r>
              <a:t>Power users burning $500+/mo in tokens = $6k+/yr. At $3,999 hardware, payback under eight months on API savings alone — before counting SaaS CRM/scheduler replacements.</a:t>
            </a:r>
          </a:p>
          <a:p/>
          <a:p>
            <a:r>
              <a:t>TRANSITION</a:t>
            </a:r>
          </a:p>
          <a:p>
            <a:r>
              <a:t>Who buys this first? Five personas we are already messaging on the storefront.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GO-TO-MARKET (45 sec)</a:t>
            </a:r>
          </a:p>
          <a:p>
            <a:r>
              <a:t>Tie each segment to a Claw — makes the suite tangible.</a:t>
            </a:r>
          </a:p>
          <a:p/>
          <a:p>
            <a:r>
              <a:t>PERSONA → PAIN → ANSWER</a:t>
            </a:r>
          </a:p>
          <a:p>
            <a:r>
              <a:t>• Algo trader: API fees and strategy leakage → Capital Claw, localhost rules, Alpaca on eno2 only when skill invoked.</a:t>
            </a:r>
          </a:p>
          <a:p>
            <a:r>
              <a:t>• Creator: token rent and lock-in → Creator Claw, local inference, X bridge on explicit post skill.</a:t>
            </a:r>
          </a:p>
          <a:p>
            <a:r>
              <a:t>• Outbound/agency: CRM + lead SaaS stack → Outreach Claw on-box.</a:t>
            </a:r>
          </a:p>
          <a:p>
            <a:r>
              <a:t>• E-com/arbitrage: margin tools + fulfillment SaaS → Arbitrage Claw.</a:t>
            </a:r>
          </a:p>
          <a:p>
            <a:r>
              <a:t>• Sovereignty-maximalist: alpha exfil fear → physical eno2 kill switch narrative.</a:t>
            </a:r>
          </a:p>
          <a:p/>
          <a:p>
            <a:r>
              <a:t>SALES MOTION</a:t>
            </a:r>
          </a:p>
          <a:p>
            <a:r>
              <a:t>Storefront captures pre-orders; first units ship to operators who already feel the cloud tax — not hobbyists.</a:t>
            </a:r>
          </a:p>
          <a:p/>
          <a:p>
            <a:r>
              <a:t>TRANSITION</a:t>
            </a:r>
          </a:p>
          <a:p>
            <a:r>
              <a:t>Why we win against DIY and SaaS incumbents.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(45 sec)</a:t>
            </a:r>
          </a:p>
          <a:p>
            <a:r>
              <a:t>Five rows — pick three based on audience.</a:t>
            </a:r>
          </a:p>
          <a:p/>
          <a:p>
            <a:r>
              <a:t>DIY OLLAMA</a:t>
            </a:r>
          </a:p>
          <a:p>
            <a:r>
              <a:t>Complete stack beats parts bin: FRE provisioning, Forge factory, mesh, OTA, digital bridges.</a:t>
            </a:r>
          </a:p>
          <a:p/>
          <a:p>
            <a:r>
              <a:t>SAAS AGENTS</a:t>
            </a:r>
          </a:p>
          <a:p>
            <a:r>
              <a:t>Alpha stays local. Outbound is explicit skill → bridge — auditable, not prompt injection to the open web.</a:t>
            </a:r>
          </a:p>
          <a:p/>
          <a:p>
            <a:r>
              <a:t>CLOUD TIERS</a:t>
            </a:r>
          </a:p>
          <a:p>
            <a:r>
              <a:t>24/7 agent workloads hit rate limits and token meters. Desk NPU runs flat once hardware is paid.</a:t>
            </a:r>
          </a:p>
          <a:p/>
          <a:p>
            <a:r>
              <a:t>DIGITAL WEALTH PIVOT</a:t>
            </a:r>
          </a:p>
          <a:p>
            <a:r>
              <a:t>We sell digital employees with ROI language — not robotics novelty. "Mint employees" resonates with traders and creators.</a:t>
            </a:r>
          </a:p>
          <a:p/>
          <a:p>
            <a:r>
              <a:t>SECURITY</a:t>
            </a:r>
          </a:p>
          <a:p>
            <a:r>
              <a:t>Two-port architecture with physical kill switch — enterprises understand unplugging egress.</a:t>
            </a:r>
          </a:p>
          <a:p/>
          <a:p>
            <a:r>
              <a:t>TRANSITION</a:t>
            </a:r>
          </a:p>
          <a:p>
            <a:r>
              <a:t>What is actually shipped today vs what is gated on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POINTS (60 sec — be precise)</a:t>
            </a:r>
          </a:p>
          <a:p>
            <a:r>
              <a:t>Split shipped software from hardware gates again — repetition builds credibility.</a:t>
            </a:r>
          </a:p>
          <a:p/>
          <a:p>
            <a:r>
              <a:t>SHIPPED</a:t>
            </a:r>
          </a:p>
          <a:p>
            <a:r>
              <a:t>• Four-pillar install path and systemd target</a:t>
            </a:r>
          </a:p>
          <a:p>
            <a:r>
              <a:t>• Flight Command UI with eight Claws and Forge</a:t>
            </a:r>
          </a:p>
          <a:p>
            <a:r>
              <a:t>• Local LLM wired: engine + Forge + Creator/Capital dashboard chat</a:t>
            </a:r>
          </a:p>
          <a:p>
            <a:r>
              <a:t>• Mesh publish, digital bridges, OTA daemon</a:t>
            </a:r>
          </a:p>
          <a:p>
            <a:r>
              <a:t>• Storefront live, appliance catalog sync, CI on both repos</a:t>
            </a:r>
          </a:p>
          <a:p/>
          <a:p>
            <a:r>
              <a:t>PENDING (hardware track)</a:t>
            </a:r>
          </a:p>
          <a:p>
            <a:r>
              <a:t>• MS-S1 MAX ROCm/UMA proof on gfx1151</a:t>
            </a:r>
          </a:p>
          <a:p>
            <a:r>
              <a:t>• End-to-end mesh latency benchmarks</a:t>
            </a:r>
          </a:p>
          <a:p>
            <a:r>
              <a:t>• Golden image freeze + factory USB</a:t>
            </a:r>
          </a:p>
          <a:p>
            <a:r>
              <a:t>• Production OTA artifacts + signed releases</a:t>
            </a:r>
          </a:p>
          <a:p/>
          <a:p>
            <a:r>
              <a:t>METRICS ON SLIDE</a:t>
            </a:r>
          </a:p>
          <a:p>
            <a:r>
              <a:t>v0.9.1 · ~176 smoke + ~40 user flows · pre-order live — say each number out loud.</a:t>
            </a:r>
          </a:p>
          <a:p/>
          <a:p>
            <a:r>
              <a:t>TRANSITION</a:t>
            </a:r>
          </a:p>
          <a:p>
            <a:r>
              <a:t>Here is how we close the hardware gate and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(45 sec)</a:t>
            </a:r>
          </a:p>
          <a:p>
            <a:r>
              <a:t>Show bounded near-term milestones — investors fund execution, not dreams.</a:t>
            </a:r>
          </a:p>
          <a:p/>
          <a:p>
            <a:r>
              <a:t>NOW</a:t>
            </a:r>
          </a:p>
          <a:p>
            <a:r>
              <a:t>Software scaffold and GTM surface — done.</a:t>
            </a:r>
          </a:p>
          <a:p/>
          <a:p>
            <a:r>
              <a:t>NEXT 90 DAYS (funding-sensitive)</a:t>
            </a:r>
          </a:p>
          <a:p>
            <a:r>
              <a:t>MS-S1 MAX validation, golden image, production OTA pipeline — this is what hardware receipt unblocks.</a:t>
            </a:r>
          </a:p>
          <a:p/>
          <a:p>
            <a:r>
              <a:t>H2 2026</a:t>
            </a:r>
          </a:p>
          <a:p>
            <a:r>
              <a:t>Customer pilots, Engage demo unit for community use case, publish case studies with real operator ROI.</a:t>
            </a:r>
          </a:p>
          <a:p/>
          <a:p>
            <a:r>
              <a:t>2027+</a:t>
            </a:r>
          </a:p>
          <a:p>
            <a:r>
              <a:t>Fleet OTA at scale, partner bridge marketplace, enterprise eno2 policy packs.</a:t>
            </a:r>
          </a:p>
          <a:p/>
          <a:p>
            <a:r>
              <a:t>TRANSITION</a:t>
            </a:r>
          </a:p>
          <a:p>
            <a:r>
              <a:t>What we are asking for and how to reach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(60 sec)</a:t>
            </a:r>
          </a:p>
          <a:p>
            <a:r>
              <a:t>Be direct on use of funds; end with the tagline.</a:t>
            </a:r>
          </a:p>
          <a:p/>
          <a:p>
            <a:r>
              <a:t>USE OF FUNDS</a:t>
            </a:r>
          </a:p>
          <a:p>
            <a:r>
              <a:t>• Complete MS-S1 MAX validation on real silicon</a:t>
            </a:r>
          </a:p>
          <a:p>
            <a:r>
              <a:t>• Golden image manufacturing run</a:t>
            </a:r>
          </a:p>
          <a:p>
            <a:r>
              <a:t>• First one hundred customer units</a:t>
            </a:r>
          </a:p>
          <a:p>
            <a:r>
              <a:t>• Production OTA pipeline with signed releases</a:t>
            </a:r>
          </a:p>
          <a:p>
            <a:r>
              <a:t>• Field engineer for appliance support and factory flash at scale</a:t>
            </a:r>
          </a:p>
          <a:p/>
          <a:p>
            <a:r>
              <a:t>CONTACT</a:t>
            </a:r>
          </a:p>
          <a:p>
            <a:r>
              <a:t>curxor.ai · @curxorai · Stripe checkout live for pre-order</a:t>
            </a:r>
          </a:p>
          <a:p/>
          <a:p>
            <a:r>
              <a:t>CLOSING LINE (pause)</a:t>
            </a:r>
          </a:p>
          <a:p>
            <a:r>
              <a:t>"Sovereign metal. Infinite Claws. One invoice."</a:t>
            </a:r>
          </a:p>
          <a:p/>
          <a:p>
            <a:r>
              <a:t>TRANSITION</a:t>
            </a:r>
          </a:p>
          <a:p>
            <a:r>
              <a:t>If Q&amp;A gets technical or skeptical, advance to the appendix slide — maturity matrix and legal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/ Q&amp;A SLIDE (keep in deck — do not present unless asked)</a:t>
            </a:r>
          </a:p>
          <a:p>
            <a:r>
              <a:t>Use this slide when investors ask "what is real today?" or "what are the risks?"</a:t>
            </a:r>
          </a:p>
          <a:p/>
          <a:p>
            <a:r>
              <a:t>MATURITY TABLE — walk row by row</a:t>
            </a:r>
          </a:p>
          <a:p>
            <a:r>
              <a:t>• Software scaffold: complete, CI green — this is shipped code, not mockups only.</a:t>
            </a:r>
          </a:p>
          <a:p>
            <a:r>
              <a:t>• Flight Command + Claws: rich UI; some workspace data is demo/mock until operator credentials loaded.</a:t>
            </a:r>
          </a:p>
          <a:p>
            <a:r>
              <a:t>• Local LLM: code complete; requires Ollama deployed on appliance (Pillar 1).</a:t>
            </a:r>
          </a:p>
          <a:p>
            <a:r>
              <a:t>• Digital bridges: Alpaca/X coded; operator supplies digital.env credentials.</a:t>
            </a:r>
          </a:p>
          <a:p>
            <a:r>
              <a:t>• Hardware validation: blocked on MS-S1 MAX unit receipt — bounded, schedulable risk.</a:t>
            </a:r>
          </a:p>
          <a:p>
            <a:r>
              <a:t>• Golden image / OTA: not done — funded by current raise.</a:t>
            </a:r>
          </a:p>
          <a:p/>
          <a:p>
            <a:r>
              <a:t>DISCLAIMERS (read if financial or trading questions arise)</a:t>
            </a:r>
          </a:p>
          <a:p>
            <a:r>
              <a:t>• No guaranteed returns. Capital Claw supports paper and live via Alpaca; outcomes depend on operator strategy.</a:t>
            </a:r>
          </a:p>
          <a:p>
            <a:r>
              <a:t>• Creator posts require explicit skill approval — no autonomous posting without operator tap.</a:t>
            </a:r>
          </a:p>
          <a:p>
            <a:r>
              <a:t>• Pre-order is live; ship dates tied to hardware validation milestone.</a:t>
            </a:r>
          </a:p>
          <a:p/>
          <a:p>
            <a:r>
              <a:t>COMMON QUESTIONS</a:t>
            </a:r>
          </a:p>
          <a:p>
            <a:r>
              <a:t>Q: "Is this just Ollama on a PC?"</a:t>
            </a:r>
          </a:p>
          <a:p>
            <a:r>
              <a:t>A: FRE + Forge + mesh kill switch + OTA + eight Claws + bridges — integrated appliance, not a dev kit.</a:t>
            </a:r>
          </a:p>
          <a:p/>
          <a:p>
            <a:r>
              <a:t>Q: "Why pre-order before hardware validation?"</a:t>
            </a:r>
          </a:p>
          <a:p>
            <a:r>
              <a:t>A: GTM tests demand; software ships today; validation is the gated milestone we are fundraising to close.</a:t>
            </a:r>
          </a:p>
          <a:p/>
          <a:p>
            <a:r>
              <a:t>Q: "Mock data?"</a:t>
            </a:r>
          </a:p>
          <a:p>
            <a:r>
              <a:t>A: UI scaffold is production code; live data requires operator bridge credentials on eno2.</a:t>
            </a:r>
          </a:p>
          <a:p/>
          <a:p>
            <a:r>
              <a:t>TIMING</a:t>
            </a:r>
          </a:p>
          <a:p>
            <a:r>
              <a:t>Main deck: 12–15 min. Appendix: 2–3 min when needed. Total with Q&amp;A: 20–25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onsolas"/>
              </a:rPr>
              <a:t>CurXor 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BF5AF2"/>
                </a:solidFill>
                <a:latin typeface="Segoe UI"/>
              </a:rPr>
              <a:t>Mint Autonomous Employees on Bare Metal.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$3,999 once  ·  $0/mo API  ·  126 TOPS  ·  64 GB UMA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0565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ChatGPT bills per token. CurXor bills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C8C9B"/>
                </a:solidFill>
                <a:latin typeface="Segoe UI"/>
              </a:rPr>
              <a:t>ChatGPT bills per token. CurXor bills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C8C9B"/>
                </a:solidFill>
                <a:latin typeface="Consolas"/>
              </a:rPr>
              <a:t>v0.9.1 · June 2026 · Sovereign Agent Appliance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cloud tax on autonomous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Operators pay $500+/mo in API tokens — and leak strategy to cloud LLMs.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SaaS stacks (CRM, schedulers, trading wrappers) compress margin without sovereignty.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Edge NPU hardware is real — but no one ships a complete sovereign agent stack.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DIY Linux + Ollama lacks orchestration, egress control, OTA, and operator 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CurXor: appliance, not another SaaS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Four-pillar edge stack on MINISFORUM MS-S1 MAX: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P1 Compute · P2 Engine · P3 Mesh · P4 Flight Command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Local LLM (127.0.0.1 only) · 8 Claws + The Forge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Kill switch: eno1 command · eno2 egress · unplug stops agents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Create-to-Earn: describe a Claw → deploy on-box in one session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Two repos · one promise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curxor-os — appliance: /opt/curxor/, systemd, OTA · v0.9.1 · ~216 QA checks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 storefront — GTM: curxor.ai, Stripe, Resend, synced Claw catalog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Honest status: software scaffold complete.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Gating: MS-S1 MAX validation + golden image (hardware receipt pending).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Forge — Create-to-Earn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1. Describe niche (text, photo, or live vision)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2. Local LLM recommends stack by UMA budget tier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3. One tap forges Claw profile → engine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4. Claw earns 24/7 on your metal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Viral loop: buyers become operators who mint more Claws.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Ten Claws — digital employees OOTB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The Forge · Capital · Creator · Outreach · Arbitrage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Signal · Swarm · Engage · Vital · Kin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Each workspace: chat + skills + activity feed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Trades/posts via explicit skill → bridge — LLM never hits internet directly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7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Sovereign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eno1 (10.0.0.1) — Flight Command :3080 · FRE · Claws · Forge · LLM client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P1 Ollama @ 127.0.0.1:11434 · P2 Engine · P4 Dashboard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eno2 (10.77.0.1) — ZMQ mesh · Alpaca + X bridges only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Pull eno2 cable = kill outbound agents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Vision 9100/9101 · Motor 9200/9201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8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MINISFORUM MS-S1 MAX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Ryzen AI Max+ 395 · 126 TOPS NPU · 64 GB UMA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~48 GB GPU heap (BIOS carve) · Dual 10GbE · ROCm gfx1151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Not a PC — local inference appliance for 7B–35B + agent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9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Business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Now: $3,999 MS-S1 MAX bundle · CurXor OS pre-flash · Stripe pre-order live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Future: OTA subscriptions · bridge marketplace · enterprise eno2 policies · white-label Forge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Wedge: eliminate $6k+/yr API burn — payback &lt; 8 months for power users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10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Target buyers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Algo trader → Capital Claw on localhost (API fees + leakage)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Creator / indie hacker → Creator Claw, $0/mo inference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Outbound / agency → Outreach Claw on-box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E-com / arbitrage → Arbitrage Claw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Sovereignty-maximalist → pull eno2 = kill switch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CurXor wins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DIY Ollama box → FRE, Forge, mesh, OTA, bridges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SaaS agents → alpha local; skill → bridge, not LLM → internet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cloud tiers → 126 TOPS desk beats rate limits for 24/7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robotics novelty → Digital Wealth: Claws as employees, ROI language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security slides → two-port architecture + physical kill switch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Traction &amp;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Shipped: 4-pillar install · Flight Command · 8 Claws + Forge · local LLM · mesh · OTA · storefront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Pending: MS-S1 MAX ROCm/UMA · mesh benchmarks · golden image · signed OTA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v0.9.1 · ~216 QA checks · Pre-order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Roadmap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Now (v0.9.1): agent runtime · unified comms · Build Plane BP4 · ~216 QA · GTM live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Next 90 days: MS-S1 MAX validation · golden image · production OTA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H2 2026: customer pilots · Engage demo unit · case studies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2027+: fleet OTA · partner bridges · enterprise eno2 policies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Fund: MS-S1 MAX validation · golden image run · first 100 units · production OTA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Hire: field engineer for appliance support + factory flash at scale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curxor.ai · @curxorai · Stripe pre-order on site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Sovereign metal. Infinite Claws. One invoice.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Appendix — maturity &amp; disclaimers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389120"/>
              </a:tblGrid>
              <a:tr h="41801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Status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Software v0.9.1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Agent runtime · ~176 smoke + ~40 user flows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Flight Command + 8 Claws + Forge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Rich UI · some mock workspace data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Local LLM (engine + dashboard)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 complete · needs Ollama on appliance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Digital bridges (Alpaca /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Coded · needs digital.env credentials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MS-S1 MAX hardware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Blocked · unit not received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Golden image / production 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Not done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Segoe UI"/>
              </a:rPr>
              <a:t>Disclaimers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7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No guaranteed returns — Capital Claw performance is strategy-dependent.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02351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Creator posts require explicit operator skill approval before bridge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9823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Paper trading available; live trades via Alpaca on eno2 only when configured.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