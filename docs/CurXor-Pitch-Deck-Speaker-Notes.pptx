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(30–45 sec)</a:t>
            </a:r>
          </a:p>
          <a:p>
            <a:r>
              <a:t>Hybrid hero — not personal cloud, not another chat tab.</a:t>
            </a:r>
          </a:p>
          <a:p/>
          <a:p>
            <a:r>
              <a:t>REGISTERS</a:t>
            </a:r>
          </a:p>
          <a:p>
            <a:r>
              <a:t>• Sovereignty investors: owned metal · no API rent · egress boundary · MS-S1 proof.</a:t>
            </a:r>
          </a:p>
          <a:p>
            <a:r>
              <a:t>• Product investors: Capital · Creator · Work · Forge · Cafe · desk orchestrator.</a:t>
            </a:r>
          </a:p>
          <a:p/>
          <a:p>
            <a:r>
              <a:t>METRICS</a:t>
            </a:r>
          </a:p>
          <a:p>
            <a:r>
              <a:t>• Raise: $3M seed SAFE · 18 months · ≤5 people.</a:t>
            </a:r>
          </a:p>
          <a:p>
            <a:r>
              <a:t>• Price: $3,999 once · $0/mo operate plane.</a:t>
            </a:r>
          </a:p>
          <a:p>
            <a:r>
              <a:t>• Stage: G1/G2/G3 green · pre-revenue · solo founder.</a:t>
            </a:r>
          </a:p>
          <a:p/>
          <a:p>
            <a:r>
              <a:t>CLOSE TITLE</a:t>
            </a:r>
          </a:p>
          <a:p>
            <a:r>
              <a:t>Best next step is live LAN demo on :3080 — not a cloud sandbox.</a:t>
            </a:r>
          </a:p>
          <a:p>
            <a:r>
              <a:t>Proof: curxor.ai/demo/investor/g3-inception-reel-v1.mp4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J-CAL / VELOCITY (45 sec)</a:t>
            </a:r>
          </a:p>
          <a:p>
            <a:r>
              <a:t>Specificity beats adjectives.</a:t>
            </a:r>
          </a:p>
          <a:p/>
          <a:p>
            <a:r>
              <a:t>ARC</a:t>
            </a:r>
          </a:p>
          <a:p>
            <a:r>
              <a:t>• Jun 18 public commitment → Jun 19 build start.</a:t>
            </a:r>
          </a:p>
          <a:p>
            <a:r>
              <a:t>• MS-S1 is Act I validation metal — product is CurXor box + CurXor OS.</a:t>
            </a:r>
          </a:p>
          <a:p>
            <a:r>
              <a:t>• Do not claim SpaceX/Cursor partnership.</a:t>
            </a:r>
          </a:p>
          <a:p/>
          <a:p>
            <a:r>
              <a:t>OFFER</a:t>
            </a:r>
          </a:p>
          <a:p>
            <a:r>
              <a:t>Inception reel (~90s) for async; live box for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(45 sec)</a:t>
            </a:r>
          </a:p>
          <a:p>
            <a:r>
              <a:t>Grammar gap is a symptom — lead holistic: want more AI, told to use it, cannot set up or stay on.</a:t>
            </a:r>
          </a:p>
          <a:p/>
          <a:p>
            <a:r>
              <a:t>MARKET FAILURES</a:t>
            </a:r>
          </a:p>
          <a:p>
            <a:r>
              <a:t>Cloud rent and DIY are both product-shape failures.</a:t>
            </a:r>
          </a:p>
          <a:p>
            <a:r>
              <a:t>Wedge: appliance that closes chat → always-on team without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(60 sec)</a:t>
            </a:r>
          </a:p>
          <a:p>
            <a:r>
              <a:t>Say "CurXor box" first — MS-S1 is validation, not brand.</a:t>
            </a:r>
          </a:p>
          <a:p/>
          <a:p>
            <a:r>
              <a:t>DEPTH</a:t>
            </a:r>
          </a:p>
          <a:p>
            <a:r>
              <a:t>Flagship: Capital / Creator / Work + Forge.</a:t>
            </a:r>
          </a:p>
          <a:p>
            <a:r>
              <a:t>Five other Claws: honest Coming Soon.</a:t>
            </a:r>
          </a:p>
          <a:p>
            <a:r>
              <a:t>Forge + Cafe are moat — not the cold sell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(60 sec)</a:t>
            </a:r>
          </a:p>
          <a:p>
            <a:r>
              <a:t>Lead with metrics cite card. Four pillars are systemd on box.</a:t>
            </a:r>
          </a:p>
          <a:p/>
          <a:p>
            <a:r>
              <a:t>HONESTY</a:t>
            </a:r>
          </a:p>
          <a:p>
            <a:r>
              <a:t>• Paper Capital on camera — say out loud.</a:t>
            </a:r>
          </a:p>
          <a:p>
            <a:r>
              <a:t>• Live broker/social fills founder-keyed / G4 — do not claim fleet fills.</a:t>
            </a:r>
          </a:p>
          <a:p>
            <a:r>
              <a:t>• Offer LAN demo: Flight Command :3080.</a:t>
            </a:r>
          </a:p>
          <a:p/>
          <a:p>
            <a:r>
              <a:t>VISUALS</a:t>
            </a:r>
          </a:p>
          <a:p>
            <a:r>
              <a:t>07-system-health-toks.png · 01-home.png · inception reel.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(45 sec)</a:t>
            </a:r>
          </a:p>
          <a:p>
            <a:r>
              <a:t>No named competitors on the leave-behind.</a:t>
            </a:r>
          </a:p>
          <a:p/>
          <a:p>
            <a:r>
              <a:t>CULTURAL THREAT</a:t>
            </a:r>
          </a:p>
          <a:p>
            <a:r>
              <a:t>Free agent runtime + Mac Mini — counter is complete OS + desks + kill switch + 200 hours back.</a:t>
            </a:r>
          </a:p>
          <a:p/>
          <a:p>
            <a:r>
              <a:t>NEVER</a:t>
            </a:r>
          </a:p>
          <a:p>
            <a:r>
              <a:t>Abacus · partnership cosplay · breadth theater · "100x" without box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ECONOMICS (60 sec)</a:t>
            </a:r>
          </a:p>
          <a:p>
            <a:r>
              <a:t>Hardware is the anchor. Software evolves OTA.</a:t>
            </a:r>
          </a:p>
          <a:p/>
          <a:p>
            <a:r>
              <a:t>REJECT</a:t>
            </a:r>
          </a:p>
          <a:p>
            <a:r>
              <a:t>Mandatory monthly tiers as the default story (assistant-box pattern).</a:t>
            </a:r>
          </a:p>
          <a:p/>
          <a:p>
            <a:r>
              <a:t>ACTS</a:t>
            </a:r>
          </a:p>
          <a:p>
            <a:r>
              <a:t>Act I validates on appliance metal.</a:t>
            </a:r>
          </a:p>
          <a:p>
            <a:r>
              <a:t>Act II CurXor-designed hardware post-investment.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(45 sec)</a:t>
            </a:r>
          </a:p>
          <a:p>
            <a:r>
              <a:t>Pre-revenue and solo founder are facts — say them.</a:t>
            </a:r>
          </a:p>
          <a:p>
            <a:r>
              <a:t>Agent-assisted build explains velocity without inventing a team slide.</a:t>
            </a:r>
          </a:p>
          <a:p>
            <a:r>
              <a:t>Design partners during the raise — not fake logos.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FUNDS (45 sec)</a:t>
            </a:r>
          </a:p>
          <a:p>
            <a:r>
              <a:t>Headcount cap is intentional.</a:t>
            </a:r>
          </a:p>
          <a:p>
            <a:r>
              <a:t>30% hardware exploration = dream-state custom box after proof, not before.</a:t>
            </a:r>
          </a:p>
          <a:p>
            <a:r>
              <a:t>GTM buys G4 smiles and design partners — not paid vanity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(60 sec)</a:t>
            </a:r>
          </a:p>
          <a:p>
            <a:r>
              <a:t>Warm conversations only.</a:t>
            </a:r>
          </a:p>
          <a:p>
            <a:r>
              <a:t>Leave inception reel for async; insist on live box when they engage.</a:t>
            </a:r>
          </a:p>
          <a:p>
            <a:r>
              <a:t>Closing: sovereign metal · digital employees · one invoice.</a:t>
            </a:r>
          </a:p>
          <a:p/>
          <a:p>
            <a:r>
              <a:t>LINKS</a:t>
            </a:r>
          </a:p>
          <a:p>
            <a:r>
              <a:t>https://curxor.ai</a:t>
            </a:r>
          </a:p>
          <a:p>
            <a:r>
              <a:t>https://curxor.ai/signal#category-film</a:t>
            </a:r>
          </a:p>
          <a:p>
            <a:r>
              <a:t>https://curxor.ai/demo/hero-category-badge-v1.mp4</a:t>
            </a:r>
          </a:p>
          <a:p>
            <a:r>
              <a:t>https://curxor.ai/demo/investor/g3-inception-reel-v1.mp4</a:t>
            </a:r>
          </a:p>
          <a:p>
            <a:r>
              <a:t>https://curxor.ai/demo/investor/g3-investor-proof-v1.mp4</a:t>
            </a:r>
          </a:p>
          <a:p>
            <a:r>
              <a:t>https://curxor.ai/press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/ Q&amp;A (present only if asked)</a:t>
            </a:r>
          </a:p>
          <a:p/>
          <a:p>
            <a:r>
              <a:t>MATURITY</a:t>
            </a:r>
          </a:p>
          <a:p>
            <a:r>
              <a:t>• v1.0.3 appliance green — G1/G2/G3 closed Jul 8.</a:t>
            </a:r>
          </a:p>
          <a:p>
            <a:r>
              <a:t>• Flagship desks: Capital paper, Creator queue, Work pipeline on camera.</a:t>
            </a:r>
          </a:p>
          <a:p>
            <a:r>
              <a:t>• Bridges: coded; Ops Wave 1 keys founder-gated.</a:t>
            </a:r>
          </a:p>
          <a:p>
            <a:r>
              <a:t>• Custom CurXor hardware: Act II post-raise.</a:t>
            </a:r>
          </a:p>
          <a:p/>
          <a:p>
            <a:r>
              <a:t>DISCLAIMERS</a:t>
            </a:r>
          </a:p>
          <a:p>
            <a:r>
              <a:t>• No guaranteed returns. Capital paper/live via Alpaca — strategy-dependent.</a:t>
            </a:r>
          </a:p>
          <a:p>
            <a:r>
              <a:t>• Posts require operator approval skill — no autonomous publish.</a:t>
            </a:r>
          </a:p>
          <a:p/>
          <a:p>
            <a:r>
              <a:t>COMMON Q</a:t>
            </a:r>
          </a:p>
          <a:p>
            <a:r>
              <a:t>Q: Just Ollama on a PC?</a:t>
            </a:r>
          </a:p>
          <a:p>
            <a:r>
              <a:t>A: Flight Command + ten Claws + Forge + Cafe + eno2 kill switch + OTA — appliance product.</a:t>
            </a:r>
          </a:p>
          <a:p/>
          <a:p>
            <a:r>
              <a:t>Q: Why $3,999 vs €549 boxes?</a:t>
            </a:r>
          </a:p>
          <a:p>
            <a:r>
              <a:t>A: Operator desks + 64GB UMA + depth — filter for buyers who run Capital/Creator/Work, not chat bots.</a:t>
            </a:r>
          </a:p>
          <a:p/>
          <a:p>
            <a:r>
              <a:t>TIMING</a:t>
            </a:r>
          </a:p>
          <a:p>
            <a:r>
              <a:t>Main deck ~10–12 min. Appendix 2–3 min. Q&amp;A to 20–25.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onsolas"/>
              </a:rPr>
              <a:t>CurXor 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BF5AF2"/>
                </a:solidFill>
                <a:latin typeface="Segoe UI"/>
              </a:rPr>
              <a:t>A sovereign AI system on your desk — with digital employees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2160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2D2DC"/>
                </a:solidFill>
                <a:latin typeface="Consolas"/>
              </a:rPr>
              <a:t>$3M seed SAFE · 18 mo · 5 people 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0565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2D2DC"/>
                </a:solidFill>
                <a:latin typeface="Consolas"/>
              </a:rPr>
              <a:t>$3,999 once · $0/mo operate-plane API · proof-ready · pre-revenue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C8C9B"/>
                </a:solidFill>
                <a:latin typeface="Segoe UI"/>
              </a:rPr>
              <a:t>$3,999 once · $0/mo operate-plane API · proof-ready · pre-revenue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06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C8C9B"/>
                </a:solidFill>
                <a:latin typeface="Consolas"/>
              </a:rPr>
              <a:t>v1.1.0 · July 2026 · Sovereign Agent Appliance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2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Founder story — 20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Jun 18 — named CurXor in public · origin thread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Jun 19 — first commit · Claw OS on laptop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Week 1 — four flagship Claws + Forge + agent runtime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Week 2 — validation hardware unboxed · Cafe · Build Plane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Week 3 — v1.0.0→v1.0.3 · G1/G2/G3 · film pack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182 commits · 239 smoke · 38 tok/s on validated metal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3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now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Aspiration — culture says use AI; operators stall after drafts/polish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Setup — always-on still means repos, keys, scripts, five tabs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Product shape — chat rent · cloud agents · home cloud · light boxes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Nobody ships vertical digital employees OOTB on metal you own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Desk-ready compute — local inference on operator-grade UMA is real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4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What we 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 box + CurXor OS (validated on MS-S1-class metal)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Four pillars — compute · engine · mesh · Flight Command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Ten Claws — Capital · Creator · Work · Forge · Cafe + honest previews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Forge — mint custom Claws on-box · Cafe — inter-Claw proof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Local cognition · egress you wire and can unplug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5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Stack proof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G1 golden path · Jul 1 — on device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G2 golden release · v1.0.0–v1.0.3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G3 film pack · Jul 8 — inception · investor proof · desk strips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239 smoke · qwen3:8b · 38 tok/s · 4.56/64 GB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curxor.ai live — G3 stills · /signal · press kit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6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Competition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Personal cloud / home server → apps, not vertical outcomes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DIY agent kits → 200 hours assembly · no egress product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Light assistant appliances → chat/messaging · limited compute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SaaS / cloud agents → API rent · their retention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 = operator desk with digital employees + kill switch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7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Business model — current · evolving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Today: $3,999 once · $0/mo operate API · ten Claws + Forge · BYOK optional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Pre-order live · pre-revenue by design (proof-first)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Grows: Standard→Pro 128→Studio · Claw unlocks · Forge mint · additive bridges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Hardware anchor · OTA on metal you own — not another rent trap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8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PMF honesty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Green — G1/G2/G3 · v1.0.3 · 239 smoke · G3 film pack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Yellow — Flagship dogfooded · paper/sim on camera · hero Act I live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Red — ARR · live fills · custom CurXor hardware (Act II)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Proof-ready now · traction-ready after G4 external UAT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9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Use of funds — $3M seed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People (eng · design · ops) — 45%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Act II hardware exploration — 30%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Onboarding / GTM — 10%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Ops / buffer — 15%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18 months · ≤5 people · prove Act I · own metal in Act II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10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Ask + links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Warm intros · live box demo on LAN :3080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curxor.ai · /signal · press · inception reel · investor proof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Essay + origin thread · ankur@curxor.ai · @ankurmisra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 cold spam · no public raise posts · sovereign metal · one invoice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11 /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Appendix — maturity &amp; disclaimers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389120"/>
              </a:tblGrid>
              <a:tr h="418011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onsolas"/>
                        </a:rP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onsolas"/>
                        </a:rPr>
                        <a:t>Status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Software v1.0.3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G1/G2/G3 green · 239 smoke · 40 user flows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Flagship Claws + Forge + Cafe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G3 demo depth · Capital paper on camera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Local LLM (ROCm on box)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qwen3:8b · 38 tok/s · validated Jul 2026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Digital bridges (Alpaca /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Coded · founder-keyed until Ops Wave 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MS-S1 MAX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Unboxed · G1–G3 closed · Act I proof plane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Custom CurXor 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Act II · post-raise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434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Segoe UI"/>
              </a:rPr>
              <a:t>Disclaimers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7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No guaranteed returns — Capital Claw performance is strategy-dependent.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02351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Creator posts require explicit operator skill approval before bridge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9823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Paper trading on camera; live trades via Alpaca on eno2 only when configured.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